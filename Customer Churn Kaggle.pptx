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619E276-5314-45D2-A66C-B1E78130CE1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Customer Churn Kaggle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CE1774B-F267-4695-858F-675EF36C217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7/30/24 13:18:20 GMT+3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Churn Dashboard" id="2" name="slide2">
            <a:extLst>
              <a:ext uri="{FF2B5EF4-FFF2-40B4-BE49-F238E27FC236}">
                <a16:creationId xmlns:a16="http://schemas.microsoft.com/office/drawing/2014/main" id="{CA0C3FE8-CF13-47B5-AFF0-BB76B84DFB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38" y="0"/>
            <a:ext cx="110421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2024-07-30T10:18:20Z</dcterms:created>
  <dcterms:modified xsi:type="dcterms:W3CDTF">2024-07-30T10:18:20Z</dcterms:modified>
</cp:coreProperties>
</file>